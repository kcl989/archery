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E7BC34-C093-4138-A5FC-FF10F5DFEB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54673-3857-4DD3-B2AB-1C87153CF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54673-3857-4DD3-B2AB-1C87153CF9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2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6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06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7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00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6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1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65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7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0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8829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52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083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74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88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6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8FC7E-EEB8-4079-84BB-CDB623F2BD4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E09A876-8ABA-447E-9D00-DBEB9E038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8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ree arrows on bullseye">
            <a:extLst>
              <a:ext uri="{FF2B5EF4-FFF2-40B4-BE49-F238E27FC236}">
                <a16:creationId xmlns:a16="http://schemas.microsoft.com/office/drawing/2014/main" id="{2C2B2797-4DFC-275D-B265-01545CACD77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091" t="21929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F5F0CD5C-72F3-4090-8A69-8E15CB432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17496A2-9394-4FB7-BA0E-717D2D2E7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3800" y="0"/>
            <a:ext cx="7315200" cy="6858000"/>
          </a:xfrm>
          <a:prstGeom prst="parallelogram">
            <a:avLst>
              <a:gd name="adj" fmla="val 15925"/>
            </a:avLst>
          </a:prstGeom>
          <a:solidFill>
            <a:schemeClr val="bg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2CF681-4765-4E88-802F-B2474DCD5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57B2BA-243C-45C7-A5D8-46CA71943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67374FB5-CBB7-46FF-95B5-2251BC685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34BCEAB7-D9E0-40A4-9254-8593BD34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567A354-BB63-405C-8E5F-2F510E67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518CE0-3D4C-6E7E-C675-01B55A2CC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974" y="1801755"/>
            <a:ext cx="10063692" cy="12648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Straight to the Point Archery</a:t>
            </a: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9185A8D7-2F20-4F7A-97BE-21DB1654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CB65BD56-22B3-4E13-BFCA-B8E8BEB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90ED68-BCA0-4247-A72F-1CB85DF0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DD0F2B3F-DC55-4FA7-B667-1ACD07920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63803D-DF56-0240-AEBA-A10502E6566E}"/>
              </a:ext>
            </a:extLst>
          </p:cNvPr>
          <p:cNvSpPr txBox="1">
            <a:spLocks/>
          </p:cNvSpPr>
          <p:nvPr/>
        </p:nvSpPr>
        <p:spPr>
          <a:xfrm>
            <a:off x="6645725" y="3042224"/>
            <a:ext cx="3499472" cy="5959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</a:pPr>
            <a:r>
              <a:rPr lang="en-US" sz="3200" dirty="0"/>
              <a:t>Krystina Letendre</a:t>
            </a:r>
          </a:p>
        </p:txBody>
      </p:sp>
    </p:spTree>
    <p:extLst>
      <p:ext uri="{BB962C8B-B14F-4D97-AF65-F5344CB8AC3E}">
        <p14:creationId xmlns:p14="http://schemas.microsoft.com/office/powerpoint/2010/main" val="308879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673-D3D3-9AAA-4964-5FD966A51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A21F8-6EED-6A03-56EA-E17400214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prospective beginning student, want to explore class offerings and location to determine if I will enroll.</a:t>
            </a:r>
          </a:p>
          <a:p>
            <a:r>
              <a:rPr lang="en-US" dirty="0"/>
              <a:t>As a parent of a prospective student, want to determine pricing information and if courses are a good fit for my child (minimum age, teacher background)</a:t>
            </a:r>
          </a:p>
          <a:p>
            <a:r>
              <a:rPr lang="en-US" dirty="0"/>
              <a:t>As a prospective advanced student, interested in what services are available to customize my specific training goals.</a:t>
            </a:r>
          </a:p>
        </p:txBody>
      </p:sp>
    </p:spTree>
    <p:extLst>
      <p:ext uri="{BB962C8B-B14F-4D97-AF65-F5344CB8AC3E}">
        <p14:creationId xmlns:p14="http://schemas.microsoft.com/office/powerpoint/2010/main" val="4226294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3B200-F04E-58DA-7032-6BA03FCB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0099-9EA8-7AAD-7031-3FCABC02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747893-0159-DA7B-18CE-9BB65099F6B1}"/>
              </a:ext>
            </a:extLst>
          </p:cNvPr>
          <p:cNvSpPr/>
          <p:nvPr/>
        </p:nvSpPr>
        <p:spPr>
          <a:xfrm>
            <a:off x="424069" y="1643268"/>
            <a:ext cx="3260035" cy="3284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Location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(Homepage)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2E08AB-125F-4335-FFF6-28B8D5E30902}"/>
              </a:ext>
            </a:extLst>
          </p:cNvPr>
          <p:cNvSpPr/>
          <p:nvPr/>
        </p:nvSpPr>
        <p:spPr>
          <a:xfrm>
            <a:off x="8044069" y="1643268"/>
            <a:ext cx="3260035" cy="3284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Instructor Bios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CE3ECE-E447-105D-256A-EFDE22E09C26}"/>
              </a:ext>
            </a:extLst>
          </p:cNvPr>
          <p:cNvSpPr/>
          <p:nvPr/>
        </p:nvSpPr>
        <p:spPr>
          <a:xfrm>
            <a:off x="4234069" y="1643269"/>
            <a:ext cx="3260035" cy="3284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Details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C438AB6-3E7D-4660-DF81-1FD02653E616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84104" y="3285434"/>
            <a:ext cx="549965" cy="1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69DF85-3BBD-B8C4-EFF5-68CA904E59F2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7494104" y="3285434"/>
            <a:ext cx="549965" cy="1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0EE6F254-1C4D-4A22-0950-227BD51B6818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 flipH="1" flipV="1">
            <a:off x="5953677" y="1021659"/>
            <a:ext cx="6350" cy="7805530"/>
          </a:xfrm>
          <a:prstGeom prst="bentConnector4">
            <a:avLst>
              <a:gd name="adj1" fmla="val -10069559"/>
              <a:gd name="adj2" fmla="val 99999"/>
            </a:avLst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46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080CA-C3EC-8309-530E-66DC1CB81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Sketches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9700D-6212-FDFD-A7A1-2FE06FC7EDA9}"/>
              </a:ext>
            </a:extLst>
          </p:cNvPr>
          <p:cNvSpPr/>
          <p:nvPr/>
        </p:nvSpPr>
        <p:spPr>
          <a:xfrm>
            <a:off x="125895" y="1643268"/>
            <a:ext cx="3810001" cy="4492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2985F-BEFA-1F8C-00DE-A2D665C540D3}"/>
              </a:ext>
            </a:extLst>
          </p:cNvPr>
          <p:cNvSpPr/>
          <p:nvPr/>
        </p:nvSpPr>
        <p:spPr>
          <a:xfrm>
            <a:off x="251792" y="1828800"/>
            <a:ext cx="3589130" cy="853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 Bar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4F5E62-6C09-D327-A80D-27113C4F94E3}"/>
              </a:ext>
            </a:extLst>
          </p:cNvPr>
          <p:cNvSpPr/>
          <p:nvPr/>
        </p:nvSpPr>
        <p:spPr>
          <a:xfrm>
            <a:off x="251792" y="2849216"/>
            <a:ext cx="3589130" cy="853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10729E-6ECE-311F-FA3E-F463EF23983D}"/>
              </a:ext>
            </a:extLst>
          </p:cNvPr>
          <p:cNvSpPr/>
          <p:nvPr/>
        </p:nvSpPr>
        <p:spPr>
          <a:xfrm>
            <a:off x="251792" y="3882884"/>
            <a:ext cx="3589130" cy="853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918DC6-346A-A416-A71C-9D89F0394D98}"/>
              </a:ext>
            </a:extLst>
          </p:cNvPr>
          <p:cNvSpPr/>
          <p:nvPr/>
        </p:nvSpPr>
        <p:spPr>
          <a:xfrm>
            <a:off x="4195969" y="1643268"/>
            <a:ext cx="3810001" cy="4492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3019CD-D2E5-D1E5-B2AD-E8E6A24E7FD1}"/>
              </a:ext>
            </a:extLst>
          </p:cNvPr>
          <p:cNvSpPr/>
          <p:nvPr/>
        </p:nvSpPr>
        <p:spPr>
          <a:xfrm>
            <a:off x="4321866" y="1828800"/>
            <a:ext cx="3589130" cy="853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 Bar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ED9D88-BB79-3280-7553-014B160A4DD2}"/>
              </a:ext>
            </a:extLst>
          </p:cNvPr>
          <p:cNvSpPr/>
          <p:nvPr/>
        </p:nvSpPr>
        <p:spPr>
          <a:xfrm>
            <a:off x="4321866" y="2849216"/>
            <a:ext cx="3589130" cy="12564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75DE90-7DBB-BBB9-CDE2-71B843ED77F4}"/>
              </a:ext>
            </a:extLst>
          </p:cNvPr>
          <p:cNvSpPr/>
          <p:nvPr/>
        </p:nvSpPr>
        <p:spPr>
          <a:xfrm>
            <a:off x="4321866" y="4243210"/>
            <a:ext cx="3589130" cy="12564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Lessons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EF2FB6-C13B-62E3-DA77-B807680E4827}"/>
              </a:ext>
            </a:extLst>
          </p:cNvPr>
          <p:cNvSpPr/>
          <p:nvPr/>
        </p:nvSpPr>
        <p:spPr>
          <a:xfrm>
            <a:off x="8266044" y="1643268"/>
            <a:ext cx="3810001" cy="44924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4D80E-A624-C0B2-210A-3B4872FBD3C0}"/>
              </a:ext>
            </a:extLst>
          </p:cNvPr>
          <p:cNvSpPr/>
          <p:nvPr/>
        </p:nvSpPr>
        <p:spPr>
          <a:xfrm>
            <a:off x="8391941" y="1828800"/>
            <a:ext cx="3589130" cy="853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 Bar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DFD7D5-6571-9BC6-F60C-6C99BD2A1BA0}"/>
              </a:ext>
            </a:extLst>
          </p:cNvPr>
          <p:cNvSpPr/>
          <p:nvPr/>
        </p:nvSpPr>
        <p:spPr>
          <a:xfrm>
            <a:off x="8391941" y="2849216"/>
            <a:ext cx="3589130" cy="853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Instructor Bio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2A4B85-1AF2-10DD-38E6-0116BAD4A5F6}"/>
              </a:ext>
            </a:extLst>
          </p:cNvPr>
          <p:cNvSpPr/>
          <p:nvPr/>
        </p:nvSpPr>
        <p:spPr>
          <a:xfrm>
            <a:off x="8391941" y="3734557"/>
            <a:ext cx="3589130" cy="853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Instructor Bio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B90672-8211-5DD2-4E32-448761E6BDC7}"/>
              </a:ext>
            </a:extLst>
          </p:cNvPr>
          <p:cNvSpPr/>
          <p:nvPr/>
        </p:nvSpPr>
        <p:spPr>
          <a:xfrm>
            <a:off x="8391941" y="4629358"/>
            <a:ext cx="3589130" cy="853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Instructor Bio 3</a:t>
            </a:r>
          </a:p>
        </p:txBody>
      </p:sp>
    </p:spTree>
    <p:extLst>
      <p:ext uri="{BB962C8B-B14F-4D97-AF65-F5344CB8AC3E}">
        <p14:creationId xmlns:p14="http://schemas.microsoft.com/office/powerpoint/2010/main" val="2116730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164D-5828-91A3-E96F-A776F7E7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39F42-AB3E-4945-B3F2-5B131D505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for the shared header and navigation bar</a:t>
            </a:r>
          </a:p>
          <a:p>
            <a:r>
              <a:rPr lang="en-US" dirty="0"/>
              <a:t>Write HTML for the main page</a:t>
            </a:r>
          </a:p>
          <a:p>
            <a:r>
              <a:rPr lang="en-US" dirty="0"/>
              <a:t>Write HTML for the class / private lesson page</a:t>
            </a:r>
          </a:p>
          <a:p>
            <a:r>
              <a:rPr lang="en-US" dirty="0"/>
              <a:t>Write HTML for the instructor bio page</a:t>
            </a:r>
          </a:p>
          <a:p>
            <a:r>
              <a:rPr lang="en-US" dirty="0"/>
              <a:t>Write CSS – shared styling</a:t>
            </a:r>
          </a:p>
          <a:p>
            <a:r>
              <a:rPr lang="en-US" dirty="0"/>
              <a:t>Write CSS – main page</a:t>
            </a:r>
          </a:p>
          <a:p>
            <a:r>
              <a:rPr lang="en-US" dirty="0"/>
              <a:t>Write CSS – class / private lesson page </a:t>
            </a:r>
          </a:p>
          <a:p>
            <a:r>
              <a:rPr lang="en-US" dirty="0"/>
              <a:t>Write CSS – instructor bio page</a:t>
            </a:r>
          </a:p>
        </p:txBody>
      </p:sp>
    </p:spTree>
    <p:extLst>
      <p:ext uri="{BB962C8B-B14F-4D97-AF65-F5344CB8AC3E}">
        <p14:creationId xmlns:p14="http://schemas.microsoft.com/office/powerpoint/2010/main" val="2633848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326C-2310-D2B3-85EF-073D8513D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EA94-533D-5B4A-CBDE-84C420165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HTML for the shared heater and navigation bar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Write HTML for the main page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Write HTML for the class / private lesson page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Write HTML for the instructor bio page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Write CSS – shared styling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Write CSS – main page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Write CSS – class / private lesson page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Write CSS – instructor bio page</a:t>
            </a:r>
          </a:p>
        </p:txBody>
      </p:sp>
    </p:spTree>
    <p:extLst>
      <p:ext uri="{BB962C8B-B14F-4D97-AF65-F5344CB8AC3E}">
        <p14:creationId xmlns:p14="http://schemas.microsoft.com/office/powerpoint/2010/main" val="252824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34B1-ADF6-FA6B-7F43-E83DF72C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3F751-3CD3-1236-F98A-242738567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determined</a:t>
            </a:r>
          </a:p>
        </p:txBody>
      </p:sp>
    </p:spTree>
    <p:extLst>
      <p:ext uri="{BB962C8B-B14F-4D97-AF65-F5344CB8AC3E}">
        <p14:creationId xmlns:p14="http://schemas.microsoft.com/office/powerpoint/2010/main" val="41694569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170</TotalTime>
  <Words>228</Words>
  <Application>Microsoft Office PowerPoint</Application>
  <PresentationFormat>Widescreen</PresentationFormat>
  <Paragraphs>46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Trebuchet MS</vt:lpstr>
      <vt:lpstr>Wingdings</vt:lpstr>
      <vt:lpstr>Wingdings 3</vt:lpstr>
      <vt:lpstr>Facet</vt:lpstr>
      <vt:lpstr>Straight to the Point Archery</vt:lpstr>
      <vt:lpstr>User Stories</vt:lpstr>
      <vt:lpstr>Site Architecture</vt:lpstr>
      <vt:lpstr>Layout Sketches</vt:lpstr>
      <vt:lpstr>Task Division</vt:lpstr>
      <vt:lpstr>Task Completion</vt:lpstr>
      <vt:lpstr>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kcl989</dc:creator>
  <cp:lastModifiedBy>kcl989</cp:lastModifiedBy>
  <cp:revision>3</cp:revision>
  <dcterms:created xsi:type="dcterms:W3CDTF">2026-02-20T06:45:23Z</dcterms:created>
  <dcterms:modified xsi:type="dcterms:W3CDTF">2026-02-27T06:06:01Z</dcterms:modified>
</cp:coreProperties>
</file>